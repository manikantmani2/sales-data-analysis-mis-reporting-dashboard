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Digital financial graph">
            <a:extLst>
              <a:ext uri="{FF2B5EF4-FFF2-40B4-BE49-F238E27FC236}">
                <a16:creationId xmlns:a16="http://schemas.microsoft.com/office/drawing/2014/main" id="{571836A3-1E89-15B5-740B-4317383D74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43" r="485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2900"/>
              <a:t>Sales Data Analysis &amp; MIS Reporting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7896" y="4199213"/>
            <a:ext cx="3143954" cy="59854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/>
              <a:t>Multi-Year Car Sales Performance Analysis (2020–2026)</a:t>
            </a:r>
          </a:p>
          <a:p>
            <a:pPr algn="l">
              <a:lnSpc>
                <a:spcPct val="90000"/>
              </a:lnSpc>
            </a:pPr>
            <a:endParaRPr lang="en-US" sz="1000" dirty="0"/>
          </a:p>
          <a:p>
            <a:pPr algn="l">
              <a:lnSpc>
                <a:spcPct val="90000"/>
              </a:lnSpc>
            </a:pPr>
            <a:r>
              <a:rPr lang="en-US" sz="1000" dirty="0"/>
              <a:t>Presented by: Manikant Sharma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Business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Car dealership requires effective sales performance tracking.</a:t>
            </a:r>
          </a:p>
          <a:p>
            <a:pPr lvl="1"/>
            <a:r>
              <a:rPr lang="en-US" sz="1700"/>
              <a:t>Manual reporting limits real-time visibility.</a:t>
            </a:r>
          </a:p>
          <a:p>
            <a:pPr lvl="1"/>
            <a:r>
              <a:rPr lang="en-US" sz="1700"/>
              <a:t>Need for automated MIS reporting.</a:t>
            </a:r>
          </a:p>
          <a:p>
            <a:pPr lvl="1"/>
            <a:r>
              <a:rPr lang="en-US" sz="1700"/>
              <a:t>Importance of KPI monitoring for strategic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Build dynamic Power BI dashboard.</a:t>
            </a:r>
          </a:p>
          <a:p>
            <a:pPr lvl="1"/>
            <a:r>
              <a:rPr lang="en-US" sz="1700"/>
              <a:t>Track YTD, MTD, and YoY KPIs.</a:t>
            </a:r>
          </a:p>
          <a:p>
            <a:pPr lvl="1"/>
            <a:r>
              <a:rPr lang="en-US" sz="1700"/>
              <a:t>Enable data-driven decision making.</a:t>
            </a:r>
          </a:p>
          <a:p>
            <a:pPr lvl="1"/>
            <a:r>
              <a:rPr lang="en-US" sz="1700"/>
              <a:t>Improve reporting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5,000+ transaction records.</a:t>
            </a:r>
          </a:p>
          <a:p>
            <a:pPr lvl="1"/>
            <a:r>
              <a:rPr lang="en-US" sz="1700"/>
              <a:t>Multi-year data (2020–2026).</a:t>
            </a:r>
          </a:p>
          <a:p>
            <a:pPr lvl="1"/>
            <a:r>
              <a:rPr lang="en-US" sz="1700"/>
              <a:t>Attributes: Date, Region, Company, Body Style, Price, Dealer.</a:t>
            </a:r>
          </a:p>
          <a:p>
            <a:pPr lvl="1"/>
            <a:r>
              <a:rPr lang="en-US" sz="1700"/>
              <a:t>Structured and optimized for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KPI Framework</a:t>
            </a:r>
          </a:p>
        </p:txBody>
      </p:sp>
      <p:pic>
        <p:nvPicPr>
          <p:cNvPr id="5" name="Picture 4" descr="Cars parked in a line">
            <a:extLst>
              <a:ext uri="{FF2B5EF4-FFF2-40B4-BE49-F238E27FC236}">
                <a16:creationId xmlns:a16="http://schemas.microsoft.com/office/drawing/2014/main" id="{BA1490B7-F687-19AA-3346-A0C5DEAD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19" r="1158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r>
              <a:rPr lang="en-US" sz="1700"/>
              <a:t>YTD Total Sales</a:t>
            </a:r>
          </a:p>
          <a:p>
            <a:pPr lvl="1"/>
            <a:r>
              <a:rPr lang="en-US" sz="1700"/>
              <a:t>MTD Total Sales</a:t>
            </a:r>
          </a:p>
          <a:p>
            <a:pPr lvl="1"/>
            <a:r>
              <a:rPr lang="en-US" sz="1700"/>
              <a:t>YOY Growth</a:t>
            </a:r>
          </a:p>
          <a:p>
            <a:pPr lvl="1"/>
            <a:r>
              <a:rPr lang="en-US" sz="1700"/>
              <a:t>YTD Average Price</a:t>
            </a:r>
          </a:p>
          <a:p>
            <a:pPr lvl="1"/>
            <a:r>
              <a:rPr lang="en-US" sz="1700"/>
              <a:t>YTD Cars Sold</a:t>
            </a:r>
          </a:p>
          <a:p>
            <a:pPr lvl="1"/>
            <a:r>
              <a:rPr lang="en-US" sz="1700"/>
              <a:t>YTD vs Previous Year Difference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Star Schema Data Model</a:t>
            </a:r>
          </a:p>
          <a:p>
            <a:pPr lvl="1"/>
            <a:r>
              <a:rPr lang="en-US" sz="1700"/>
              <a:t>Calendar Table for time intelligence</a:t>
            </a:r>
          </a:p>
          <a:p>
            <a:pPr lvl="1"/>
            <a:r>
              <a:rPr lang="en-US" sz="1700"/>
              <a:t>DAX Functions: TOTALYTD(), TOTALMTD(), SAMEPERIODLASTYEAR()</a:t>
            </a:r>
          </a:p>
          <a:p>
            <a:pPr lvl="1"/>
            <a:r>
              <a:rPr lang="en-US" sz="1700"/>
              <a:t>Interactive filters and drilldowns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Interactive KPI Summary &amp; Weekly Trend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C62E1C-751D-AA04-AC2A-62521B2B1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29" y="1966293"/>
            <a:ext cx="767613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Detailed Transaction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Dashboard Details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2647B-E47C-178C-A05B-851741BD7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03" y="1966293"/>
            <a:ext cx="7643192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Model – Star Schema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Model 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620BD-1C00-0107-63E6-01FDE7117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02" y="1966293"/>
            <a:ext cx="7514194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03CBE6E-E6B2-417D-A61A-D5F70F02A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66BE98-0341-4CFA-8601-3E68FB730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3394204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404" y="1458180"/>
            <a:ext cx="2325391" cy="3941640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Business Insights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3E89A1-984A-4500-9453-4203AD1B8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1388" y="1458180"/>
            <a:ext cx="4002931" cy="3941640"/>
          </a:xfrm>
        </p:spPr>
        <p:txBody>
          <a:bodyPr anchor="ctr">
            <a:normAutofit/>
          </a:bodyPr>
          <a:lstStyle/>
          <a:p>
            <a:r>
              <a:rPr lang="en-US" sz="1700"/>
              <a:t>Revenue concentration up to 40% in top categories.</a:t>
            </a:r>
          </a:p>
          <a:p>
            <a:pPr lvl="1"/>
            <a:r>
              <a:rPr lang="en-US" sz="1700"/>
              <a:t>Regional performance differences identified.</a:t>
            </a:r>
          </a:p>
          <a:p>
            <a:pPr lvl="1"/>
            <a:r>
              <a:rPr lang="en-US" sz="1700"/>
              <a:t>Seasonal weekly sales trends observed.</a:t>
            </a:r>
          </a:p>
          <a:p>
            <a:pPr lvl="1"/>
            <a:r>
              <a:rPr lang="en-US" sz="1700"/>
              <a:t>Improved executive-level KPI visibility.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FD642B-C569-4ABB-AE20-EFA6BC995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92FED3-1F18-4138-B4E4-627D78B0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8800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Reduced manual reporting effort by ~30%.</a:t>
            </a:r>
          </a:p>
          <a:p>
            <a:pPr lvl="1"/>
            <a:r>
              <a:rPr lang="en-US" sz="1700"/>
              <a:t>Enabled 6-year performance comparison.</a:t>
            </a:r>
          </a:p>
          <a:p>
            <a:pPr lvl="1"/>
            <a:r>
              <a:rPr lang="en-US" sz="1700"/>
              <a:t>Automated MIS reporting.</a:t>
            </a:r>
          </a:p>
          <a:p>
            <a:pPr lvl="1"/>
            <a:r>
              <a:rPr lang="en-US" sz="1700"/>
              <a:t>Improved strategic decision-making.</a:t>
            </a: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73589394-9FB1-C842-D24B-ADBA2FFB1F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72" r="3637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Transformed raw sales data into actionable insights.</a:t>
            </a:r>
          </a:p>
          <a:p>
            <a:pPr lvl="1"/>
            <a:r>
              <a:rPr lang="en-US" sz="1700"/>
              <a:t>Built scalable and dynamic BI solution.</a:t>
            </a:r>
          </a:p>
          <a:p>
            <a:pPr lvl="1"/>
            <a:r>
              <a:rPr lang="en-US" sz="1700"/>
              <a:t>Demonstrated Power BI &amp; DAX expertise.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250</Words>
  <Application>Microsoft Office PowerPoint</Application>
  <PresentationFormat>On-screen Show (4:3)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Sales Data Analysis &amp; MIS Reporting Dashboard</vt:lpstr>
      <vt:lpstr>Business Background</vt:lpstr>
      <vt:lpstr>Project Objective</vt:lpstr>
      <vt:lpstr>Dataset Overview</vt:lpstr>
      <vt:lpstr>KPI Framework</vt:lpstr>
      <vt:lpstr>Technical Implementation</vt:lpstr>
      <vt:lpstr>Dashboard Overview</vt:lpstr>
      <vt:lpstr>Detailed Transaction Analysis</vt:lpstr>
      <vt:lpstr>Data Model – Star Schema Structure</vt:lpstr>
      <vt:lpstr>Business Insights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Manikant Mani</cp:lastModifiedBy>
  <cp:revision>2</cp:revision>
  <dcterms:created xsi:type="dcterms:W3CDTF">2013-01-27T09:14:16Z</dcterms:created>
  <dcterms:modified xsi:type="dcterms:W3CDTF">2026-02-26T10:12:44Z</dcterms:modified>
  <cp:category/>
</cp:coreProperties>
</file>